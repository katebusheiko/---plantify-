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61" r:id="rId4"/>
    <p:sldId id="257" r:id="rId5"/>
    <p:sldId id="258" r:id="rId6"/>
    <p:sldId id="259" r:id="rId7"/>
  </p:sldIdLst>
  <p:sldSz cx="14630400" cy="8229600"/>
  <p:notesSz cx="8229600" cy="14630400"/>
  <p:embeddedFontLst>
    <p:embeddedFont>
      <p:font typeface="Bitter Medium" panose="020B0604020202020204" charset="-52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9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5"/>
          <p:cNvSpPr/>
          <p:nvPr/>
        </p:nvSpPr>
        <p:spPr>
          <a:xfrm>
            <a:off x="7479983" y="9557742"/>
            <a:ext cx="6707029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8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Отсканируйте для перехода на сайт plantify.by</a:t>
            </a:r>
            <a:endParaRPr lang="en-US" sz="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903327-45E3-4424-8394-C1916A6C1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536A322-5366-4D21-9A64-BE5817B78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878" y="1477337"/>
            <a:ext cx="7330670" cy="8457269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25AE4D7C-8DA5-4D41-8CEE-9386B26E5E18}"/>
              </a:ext>
            </a:extLst>
          </p:cNvPr>
          <p:cNvSpPr/>
          <p:nvPr/>
        </p:nvSpPr>
        <p:spPr>
          <a:xfrm>
            <a:off x="368148" y="2601490"/>
            <a:ext cx="6616065" cy="62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/>
            <a:r>
              <a:rPr lang="ru-RU" sz="3900" dirty="0">
                <a:solidFill>
                  <a:schemeClr val="accent6">
                    <a:lumMod val="50000"/>
                  </a:schemeClr>
                </a:solidFill>
                <a:latin typeface="Bitter Medium" pitchFamily="34" charset="0"/>
              </a:rPr>
              <a:t> </a:t>
            </a:r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itter Medium" panose="020B0604020202020204" charset="-52"/>
              </a:rPr>
              <a:t>Проект по учебной практике</a:t>
            </a:r>
          </a:p>
          <a:p>
            <a:pPr algn="just"/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itter Medium" panose="020B0604020202020204" charset="-52"/>
              </a:rPr>
              <a:t>Интернет-ресурс для питомника "</a:t>
            </a:r>
            <a:r>
              <a:rPr lang="ru-RU" sz="4000" b="1" dirty="0" err="1">
                <a:solidFill>
                  <a:schemeClr val="accent6">
                    <a:lumMod val="50000"/>
                  </a:schemeClr>
                </a:solidFill>
                <a:latin typeface="Bitter Medium" panose="020B0604020202020204" charset="-52"/>
              </a:rPr>
              <a:t>Plantify</a:t>
            </a:r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itter Medium" panose="020B0604020202020204" charset="-52"/>
              </a:rPr>
              <a:t>"</a:t>
            </a:r>
          </a:p>
          <a:p>
            <a:pPr marL="0" indent="0" algn="l">
              <a:lnSpc>
                <a:spcPts val="4900"/>
              </a:lnSpc>
              <a:buNone/>
            </a:pPr>
            <a:endParaRPr lang="en-US" sz="39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635" y="741640"/>
            <a:ext cx="6616065" cy="62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Зачем я создавала Plantify?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01635" y="1768912"/>
            <a:ext cx="451009" cy="45100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6823" y="1806535"/>
            <a:ext cx="300633" cy="375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1353026" y="1837730"/>
            <a:ext cx="3952042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Применить знания на практике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53026" y="2271236"/>
            <a:ext cx="12575738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от теоретических концепций к реальному, осязаемому проекту, закрепляя изученный материал.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01635" y="2992874"/>
            <a:ext cx="451009" cy="45100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6823" y="3030498"/>
            <a:ext cx="300633" cy="375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1353026" y="3061692"/>
            <a:ext cx="3697605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Создать работающий магазин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53026" y="3495199"/>
            <a:ext cx="12575738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Разработка полностью функционального интернет-магазина, готового к запуску и использованию, а не просто макета.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01635" y="4216837"/>
            <a:ext cx="451009" cy="45100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6823" y="4254460"/>
            <a:ext cx="300633" cy="375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1353026" y="4285655"/>
            <a:ext cx="4366617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Научиться всему циклу разработки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53026" y="4719161"/>
            <a:ext cx="12575738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Освоение каждого этапа: от первоначальной идеи и дизайна до разработки, тестирования и запуска проекта.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6823" y="5478423"/>
            <a:ext cx="300633" cy="375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endParaRPr lang="en-US" sz="2350" dirty="0"/>
          </a:p>
        </p:txBody>
      </p:sp>
      <p:sp>
        <p:nvSpPr>
          <p:cNvPr id="19" name="Shape 17"/>
          <p:cNvSpPr/>
          <p:nvPr/>
        </p:nvSpPr>
        <p:spPr>
          <a:xfrm>
            <a:off x="701635" y="5508626"/>
            <a:ext cx="451009" cy="451009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6823" y="5546249"/>
            <a:ext cx="300633" cy="375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2350" dirty="0">
                <a:solidFill>
                  <a:srgbClr val="2B2E3C"/>
                </a:solidFill>
                <a:latin typeface="Bitter Medium" pitchFamily="34" charset="0"/>
              </a:rPr>
              <a:t>4</a:t>
            </a:r>
            <a:endParaRPr lang="en-US" sz="2350" dirty="0"/>
          </a:p>
        </p:txBody>
      </p:sp>
      <p:sp>
        <p:nvSpPr>
          <p:cNvPr id="21" name="Text 19"/>
          <p:cNvSpPr/>
          <p:nvPr/>
        </p:nvSpPr>
        <p:spPr>
          <a:xfrm>
            <a:off x="1353026" y="5577444"/>
            <a:ext cx="2606635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Получить портфолио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53026" y="6010950"/>
            <a:ext cx="12575738" cy="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готового проекта, который наглядно демонстрирует мои навыки и опыт потенциальным работодателям.</a:t>
            </a:r>
            <a:endParaRPr lang="en-US" sz="15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892F0C8-4A4C-4995-9506-B99B8FBCAC71}"/>
              </a:ext>
            </a:extLst>
          </p:cNvPr>
          <p:cNvSpPr/>
          <p:nvPr/>
        </p:nvSpPr>
        <p:spPr>
          <a:xfrm>
            <a:off x="12381186" y="7388772"/>
            <a:ext cx="2249214" cy="840828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814BC4B-0076-4D27-9205-4E9098246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2AE570F-BED8-4D86-A856-7635B6811376}"/>
              </a:ext>
            </a:extLst>
          </p:cNvPr>
          <p:cNvSpPr/>
          <p:nvPr/>
        </p:nvSpPr>
        <p:spPr>
          <a:xfrm>
            <a:off x="599375" y="3234228"/>
            <a:ext cx="6616065" cy="626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/>
            <a:r>
              <a:rPr lang="ru-RU" sz="3900" dirty="0">
                <a:solidFill>
                  <a:schemeClr val="accent6">
                    <a:lumMod val="50000"/>
                  </a:schemeClr>
                </a:solidFill>
                <a:latin typeface="Bitter Medium" pitchFamily="34" charset="0"/>
              </a:rPr>
              <a:t> </a:t>
            </a:r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itter Medium" panose="020B0604020202020204" charset="-52"/>
              </a:rPr>
              <a:t>Диаграмма вариантов</a:t>
            </a:r>
          </a:p>
          <a:p>
            <a:pPr algn="just"/>
            <a:r>
              <a:rPr lang="ru-RU" sz="4000" b="1" dirty="0">
                <a:solidFill>
                  <a:schemeClr val="accent6">
                    <a:lumMod val="50000"/>
                  </a:schemeClr>
                </a:solidFill>
                <a:latin typeface="Bitter Medium" panose="020B0604020202020204" charset="-52"/>
              </a:rPr>
              <a:t>использования</a:t>
            </a:r>
          </a:p>
          <a:p>
            <a:pPr marL="0" indent="0" algn="l">
              <a:lnSpc>
                <a:spcPts val="4900"/>
              </a:lnSpc>
              <a:buNone/>
            </a:pPr>
            <a:endParaRPr lang="en-US" sz="39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DA1E31-5069-458D-8546-A0CF81BAE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785" y="0"/>
            <a:ext cx="7572615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8734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430" y="590431"/>
            <a:ext cx="4182189" cy="52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Что умеет Plantify?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5430" y="1447800"/>
            <a:ext cx="1345953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Plantify — это полноценное решение для продажи растений онлайн, обеспечивающее удобство как для клиентов, так и для администраторов.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430" y="2154436"/>
            <a:ext cx="4374952" cy="3018949"/>
          </a:xfrm>
          <a:prstGeom prst="roundRect">
            <a:avLst>
              <a:gd name="adj" fmla="val 3635"/>
            </a:avLst>
          </a:prstGeom>
          <a:solidFill>
            <a:srgbClr val="FFF8F0"/>
          </a:solidFill>
          <a:ln/>
        </p:spPr>
      </p:sp>
      <p:sp>
        <p:nvSpPr>
          <p:cNvPr id="5" name="Shape 3"/>
          <p:cNvSpPr/>
          <p:nvPr/>
        </p:nvSpPr>
        <p:spPr>
          <a:xfrm>
            <a:off x="585430" y="2131576"/>
            <a:ext cx="4374952" cy="91440"/>
          </a:xfrm>
          <a:prstGeom prst="roundRect">
            <a:avLst>
              <a:gd name="adj" fmla="val 76838"/>
            </a:avLst>
          </a:prstGeom>
          <a:solidFill>
            <a:srgbClr val="D2600F"/>
          </a:solidFill>
          <a:ln/>
        </p:spPr>
      </p:sp>
      <p:sp>
        <p:nvSpPr>
          <p:cNvPr id="6" name="Shape 4"/>
          <p:cNvSpPr/>
          <p:nvPr/>
        </p:nvSpPr>
        <p:spPr>
          <a:xfrm>
            <a:off x="2521922" y="1903571"/>
            <a:ext cx="501848" cy="501848"/>
          </a:xfrm>
          <a:prstGeom prst="roundRect">
            <a:avLst>
              <a:gd name="adj" fmla="val 182207"/>
            </a:avLst>
          </a:prstGeom>
          <a:solidFill>
            <a:srgbClr val="D2600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2417" y="2054066"/>
            <a:ext cx="200739" cy="2007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5573" y="2572583"/>
            <a:ext cx="209109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Для покупателей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5573" y="2934295"/>
            <a:ext cx="3994666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Каталог с товарами и детальными описаниями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5573" y="3528060"/>
            <a:ext cx="3994666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Удобная корзина и процесс оформления заказа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5573" y="4121825"/>
            <a:ext cx="3994666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Личный кабинет для отслеживания покупок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5573" y="4447937"/>
            <a:ext cx="3994666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 статей и помощи по уходу за растениями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27665" y="2154436"/>
            <a:ext cx="4374952" cy="3018949"/>
          </a:xfrm>
          <a:prstGeom prst="roundRect">
            <a:avLst>
              <a:gd name="adj" fmla="val 3635"/>
            </a:avLst>
          </a:prstGeom>
          <a:solidFill>
            <a:srgbClr val="FFF8F0"/>
          </a:solidFill>
          <a:ln/>
        </p:spPr>
      </p:sp>
      <p:sp>
        <p:nvSpPr>
          <p:cNvPr id="14" name="Shape 11"/>
          <p:cNvSpPr/>
          <p:nvPr/>
        </p:nvSpPr>
        <p:spPr>
          <a:xfrm>
            <a:off x="5127665" y="2131576"/>
            <a:ext cx="4374952" cy="91440"/>
          </a:xfrm>
          <a:prstGeom prst="roundRect">
            <a:avLst>
              <a:gd name="adj" fmla="val 76838"/>
            </a:avLst>
          </a:prstGeom>
          <a:solidFill>
            <a:srgbClr val="D2600F"/>
          </a:solidFill>
          <a:ln/>
        </p:spPr>
      </p:sp>
      <p:sp>
        <p:nvSpPr>
          <p:cNvPr id="15" name="Shape 12"/>
          <p:cNvSpPr/>
          <p:nvPr/>
        </p:nvSpPr>
        <p:spPr>
          <a:xfrm>
            <a:off x="7064157" y="1903571"/>
            <a:ext cx="501848" cy="501848"/>
          </a:xfrm>
          <a:prstGeom prst="roundRect">
            <a:avLst>
              <a:gd name="adj" fmla="val 182207"/>
            </a:avLst>
          </a:prstGeom>
          <a:solidFill>
            <a:srgbClr val="D2600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14652" y="2054066"/>
            <a:ext cx="200739" cy="20073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17808" y="2572583"/>
            <a:ext cx="2167890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Для администратора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317808" y="2934295"/>
            <a:ext cx="3994666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Интуитивное управление товарами и запасами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317808" y="3528060"/>
            <a:ext cx="3994666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Просмотр и обработка заказов в реальном времени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17808" y="4121825"/>
            <a:ext cx="3994666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Гибкое редактирование контента и страниц сайта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669899" y="2154436"/>
            <a:ext cx="4374952" cy="3018949"/>
          </a:xfrm>
          <a:prstGeom prst="roundRect">
            <a:avLst>
              <a:gd name="adj" fmla="val 3635"/>
            </a:avLst>
          </a:prstGeom>
          <a:solidFill>
            <a:srgbClr val="FFF8F0"/>
          </a:solidFill>
          <a:ln/>
        </p:spPr>
      </p:sp>
      <p:sp>
        <p:nvSpPr>
          <p:cNvPr id="22" name="Shape 18"/>
          <p:cNvSpPr/>
          <p:nvPr/>
        </p:nvSpPr>
        <p:spPr>
          <a:xfrm>
            <a:off x="9669899" y="2131576"/>
            <a:ext cx="4374952" cy="91440"/>
          </a:xfrm>
          <a:prstGeom prst="roundRect">
            <a:avLst>
              <a:gd name="adj" fmla="val 76838"/>
            </a:avLst>
          </a:prstGeom>
          <a:solidFill>
            <a:srgbClr val="D2600F"/>
          </a:solidFill>
          <a:ln/>
        </p:spPr>
      </p:sp>
      <p:sp>
        <p:nvSpPr>
          <p:cNvPr id="23" name="Shape 19"/>
          <p:cNvSpPr/>
          <p:nvPr/>
        </p:nvSpPr>
        <p:spPr>
          <a:xfrm>
            <a:off x="11606391" y="1903571"/>
            <a:ext cx="501848" cy="501848"/>
          </a:xfrm>
          <a:prstGeom prst="roundRect">
            <a:avLst>
              <a:gd name="adj" fmla="val 182207"/>
            </a:avLst>
          </a:prstGeom>
          <a:solidFill>
            <a:srgbClr val="D2600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56886" y="2054066"/>
            <a:ext cx="200739" cy="20073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860042" y="2572583"/>
            <a:ext cx="2591514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Техническая реализация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860042" y="2934295"/>
            <a:ext cx="3994666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Адаптивный дизайн для любых устройств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860042" y="3260408"/>
            <a:ext cx="3994666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Быстрая загрузка страниц и оптимизация производительности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860042" y="3854172"/>
            <a:ext cx="3994666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Продуманная и удобная навигация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9860042" y="4180284"/>
            <a:ext cx="3994666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Высокое качество кода, подтвержденное 45+ тестами</a:t>
            </a:r>
            <a:endParaRPr lang="en-US" sz="1300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B4337FC-ED58-4B64-8043-D2D9D67C0739}"/>
              </a:ext>
            </a:extLst>
          </p:cNvPr>
          <p:cNvSpPr/>
          <p:nvPr/>
        </p:nvSpPr>
        <p:spPr>
          <a:xfrm>
            <a:off x="12381186" y="7388772"/>
            <a:ext cx="2249214" cy="840828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99" y="553283"/>
            <a:ext cx="4576167" cy="401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Достижения проекта Plantify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99" y="1147405"/>
            <a:ext cx="824460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Этот проект стал ключевым шагом в моем профессиональном развитии, объединив теорию и практику в единое целое.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99" y="1497449"/>
            <a:ext cx="8244602" cy="1309449"/>
          </a:xfrm>
          <a:prstGeom prst="roundRect">
            <a:avLst>
              <a:gd name="adj" fmla="val 412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788" y="1633538"/>
            <a:ext cx="385405" cy="385405"/>
          </a:xfrm>
          <a:prstGeom prst="roundRect">
            <a:avLst>
              <a:gd name="adj" fmla="val 23723319"/>
            </a:avLst>
          </a:prstGeom>
          <a:solidFill>
            <a:srgbClr val="D2600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1753" y="1739503"/>
            <a:ext cx="173355" cy="1733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5788" y="2147411"/>
            <a:ext cx="2141220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Успешная реализация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85788" y="2465308"/>
            <a:ext cx="7972425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 полностью функционирующий интернет-магазин, отвечающий всем современным требованиям.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49699" y="2935367"/>
            <a:ext cx="8244602" cy="1309449"/>
          </a:xfrm>
          <a:prstGeom prst="roundRect">
            <a:avLst>
              <a:gd name="adj" fmla="val 412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85788" y="3071455"/>
            <a:ext cx="385405" cy="385405"/>
          </a:xfrm>
          <a:prstGeom prst="roundRect">
            <a:avLst>
              <a:gd name="adj" fmla="val 23723319"/>
            </a:avLst>
          </a:prstGeom>
          <a:solidFill>
            <a:srgbClr val="D2600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753" y="3177421"/>
            <a:ext cx="173355" cy="1733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5788" y="3585329"/>
            <a:ext cx="1927384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Целостный подход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85788" y="3903226"/>
            <a:ext cx="7972425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Освоен полный цикл разработки, от замысла до финального запуска и поддержки.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1753" y="4615339"/>
            <a:ext cx="173355" cy="17335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49699" y="4391182"/>
            <a:ext cx="8244602" cy="1309449"/>
          </a:xfrm>
          <a:prstGeom prst="roundRect">
            <a:avLst>
              <a:gd name="adj" fmla="val 412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85788" y="4527270"/>
            <a:ext cx="385405" cy="385405"/>
          </a:xfrm>
          <a:prstGeom prst="roundRect">
            <a:avLst>
              <a:gd name="adj" fmla="val 23723319"/>
            </a:avLst>
          </a:prstGeom>
          <a:solidFill>
            <a:srgbClr val="D2600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753" y="4633236"/>
            <a:ext cx="173355" cy="17335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5788" y="5041144"/>
            <a:ext cx="1927384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Ценное портфолио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85788" y="5359041"/>
            <a:ext cx="7972425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Проект стал ярким дополнением к моему профессиональному портфолио.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49699" y="6017296"/>
            <a:ext cx="8244602" cy="411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Проект Plantify доказал, что учебная практика — это не только выполнение заданий, но и реальное создание полезных продуктов.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7181" y="3422630"/>
            <a:ext cx="5953468" cy="1126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ru-RU" sz="6600" dirty="0">
                <a:solidFill>
                  <a:srgbClr val="2C3F42"/>
                </a:solidFill>
                <a:latin typeface="Bitter Medium" pitchFamily="34" charset="0"/>
              </a:rPr>
              <a:t>Спасибо за внимание!</a:t>
            </a:r>
            <a:endParaRPr lang="en-US" sz="66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6BF6AD3-D9B6-4937-908F-02CAE0A45787}"/>
              </a:ext>
            </a:extLst>
          </p:cNvPr>
          <p:cNvSpPr/>
          <p:nvPr/>
        </p:nvSpPr>
        <p:spPr>
          <a:xfrm>
            <a:off x="12381186" y="7388772"/>
            <a:ext cx="2249214" cy="840828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 descr="Создать мем &quot;смешные коты, кот с розой мем, котики&quot; - Картинки - Meme ...">
            <a:extLst>
              <a:ext uri="{FF2B5EF4-FFF2-40B4-BE49-F238E27FC236}">
                <a16:creationId xmlns:a16="http://schemas.microsoft.com/office/drawing/2014/main" id="{C23BE12F-3DC8-4CA0-B571-267EA7C83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551" y="1360296"/>
            <a:ext cx="4124668" cy="412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292</Words>
  <Application>Microsoft Office PowerPoint</Application>
  <PresentationFormat>Произвольный</PresentationFormat>
  <Paragraphs>49</Paragraphs>
  <Slides>6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Open Sans</vt:lpstr>
      <vt:lpstr>Calibri</vt:lpstr>
      <vt:lpstr>Bitter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Ekaterina</dc:creator>
  <cp:lastModifiedBy>Катя Бушейко</cp:lastModifiedBy>
  <cp:revision>6</cp:revision>
  <dcterms:created xsi:type="dcterms:W3CDTF">2025-12-03T21:14:21Z</dcterms:created>
  <dcterms:modified xsi:type="dcterms:W3CDTF">2025-12-04T10:16:32Z</dcterms:modified>
</cp:coreProperties>
</file>